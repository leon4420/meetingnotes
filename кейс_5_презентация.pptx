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Успешность, %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Создание</c:v>
              </c:pt>
              <c:pt idx="1">
                <c:v>Редактирование</c:v>
              </c:pt>
              <c:pt idx="2">
                <c:v>Поиск</c:v>
              </c:pt>
              <c:pt idx="3">
                <c:v>Удаление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75</c:v>
              </c:pt>
              <c:pt idx="3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B17-4373-9867-118631459C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50112"/>
        <c:crosses val="autoZero"/>
        <c:crossBetween val="between"/>
        <c:majorUnit val="2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-Shape-532-p58-2">
            <a:extLst>
              <a:ext uri="{FF2B5EF4-FFF2-40B4-BE49-F238E27FC236}">
                <a16:creationId xmlns:a16="http://schemas.microsoft.com/office/drawing/2014/main" id="{ACA33E93-0636-49F7-B7C0-DAB7E389F67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CF5FE571-E747-449F-A569-FC485CD8956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Юзабилити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
«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Деловые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заметки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6C50B388-789B-4278-8E3D-F5F0061D3E9D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0E017230-2725-4DC0-B400-75D1A672C3C8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</a:t>
            </a:r>
            <a:r>
              <a:rPr sz="1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проверки</a:t>
            </a:r>
            <a:endParaRPr sz="19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Оценить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насколько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быстро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пользователь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изменяет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удаляет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деловую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заметку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Формат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7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тестовый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прогон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перед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очным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тестированием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AFA188-5E27-78A8-301D-44B69476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541" y="1196919"/>
            <a:ext cx="3724795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4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BFAB5922-DD3A-486A-A87F-95EDEBBD5D5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764836F5-DA23-44E2-9904-C73A63F6CEB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охватывают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весь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жизненный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цикл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30B7967F-F5BC-4AFC-9795-371F95B207A3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F6440B95-5077-418C-BCB0-CB095C0AEB13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0B682964-2C15-4F02-8D27-D33EF12FA7CF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B37A6749-6BAA-4A49-BB24-F14BF7AFF012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64960ABB-F128-420A-8EEB-009CF7EBE914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4FB0240D-8011-4F52-AF8C-62DC28E06E74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125F2909-4785-4CC1-9AA3-43C4B33AE1DC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Реальные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задачи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заметку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изменить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текст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найти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ее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сохранение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перезапуска</a:t>
            </a:r>
            <a:r>
              <a:rPr lang="ru-RU"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приложения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B3B14052-76AC-445E-8259-1E87FACF94D4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профили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профиля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офисный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сотрудник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руководитель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секретарь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ИТ-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специалист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CF2E4568-4A01-4BA9-A143-CACAFC3BD10D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Наблюдения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Успе</a:t>
            </a:r>
            <a:r>
              <a:rPr lang="ru-RU"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первой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попытки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ошибки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комментарии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понятность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двух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способов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601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sults-title">
            <a:extLst>
              <a:ext uri="{FF2B5EF4-FFF2-40B4-BE49-F238E27FC236}">
                <a16:creationId xmlns:a16="http://schemas.microsoft.com/office/drawing/2014/main" id="{45B1436C-CD54-480E-B811-94A93FBD4BA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382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единственная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задача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потребовавшая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повторной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попытки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="400050" y="1381125"/>
          <a:ext cx="528637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sult-card-1">
            <a:extLst>
              <a:ext uri="{FF2B5EF4-FFF2-40B4-BE49-F238E27FC236}">
                <a16:creationId xmlns:a16="http://schemas.microsoft.com/office/drawing/2014/main" id="{CA8F38BE-4D11-423B-A0E1-C9CB6998139C}"/>
              </a:ext>
            </a:extLst>
          </p:cNvPr>
          <p:cNvSpPr>
            <a:spLocks noGrp="1"/>
          </p:cNvSpPr>
          <p:nvPr/>
        </p:nvSpPr>
        <p:spPr>
          <a:xfrm>
            <a:off x="6191250" y="128587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4" name="result-card-title-1">
            <a:extLst>
              <a:ext uri="{FF2B5EF4-FFF2-40B4-BE49-F238E27FC236}">
                <a16:creationId xmlns:a16="http://schemas.microsoft.com/office/drawing/2014/main" id="{6E711F5B-9A7B-46AA-B5E8-1687D305B148}"/>
              </a:ext>
            </a:extLst>
          </p:cNvPr>
          <p:cNvSpPr>
            <a:spLocks noGrp="1"/>
          </p:cNvSpPr>
          <p:nvPr/>
        </p:nvSpPr>
        <p:spPr>
          <a:xfrm>
            <a:off x="6477000" y="14763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4/4 функции</a:t>
            </a:r>
          </a:p>
        </p:txBody>
      </p:sp>
      <p:sp>
        <p:nvSpPr>
          <p:cNvPr id="5" name="result-card-body-1">
            <a:extLst>
              <a:ext uri="{FF2B5EF4-FFF2-40B4-BE49-F238E27FC236}">
                <a16:creationId xmlns:a16="http://schemas.microsoft.com/office/drawing/2014/main" id="{300278EE-5682-4046-816A-1CD56D3FCA34}"/>
              </a:ext>
            </a:extLst>
          </p:cNvPr>
          <p:cNvSpPr>
            <a:spLocks noGrp="1"/>
          </p:cNvSpPr>
          <p:nvPr/>
        </p:nvSpPr>
        <p:spPr>
          <a:xfrm>
            <a:off x="6477000" y="183832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CRUD-операции выполняются без потери данных.</a:t>
            </a:r>
          </a:p>
        </p:txBody>
      </p:sp>
      <p:sp>
        <p:nvSpPr>
          <p:cNvPr id="6" name="result-card-2">
            <a:extLst>
              <a:ext uri="{FF2B5EF4-FFF2-40B4-BE49-F238E27FC236}">
                <a16:creationId xmlns:a16="http://schemas.microsoft.com/office/drawing/2014/main" id="{E766B719-79C9-4C8E-AB86-D7A2B0848530}"/>
              </a:ext>
            </a:extLst>
          </p:cNvPr>
          <p:cNvSpPr>
            <a:spLocks noGrp="1"/>
          </p:cNvSpPr>
          <p:nvPr/>
        </p:nvSpPr>
        <p:spPr>
          <a:xfrm>
            <a:off x="6191250" y="288607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7" name="result-card-title-2">
            <a:extLst>
              <a:ext uri="{FF2B5EF4-FFF2-40B4-BE49-F238E27FC236}">
                <a16:creationId xmlns:a16="http://schemas.microsoft.com/office/drawing/2014/main" id="{C22F8356-9E7B-44AE-8011-342D89947FE3}"/>
              </a:ext>
            </a:extLst>
          </p:cNvPr>
          <p:cNvSpPr>
            <a:spLocks noGrp="1"/>
          </p:cNvSpPr>
          <p:nvPr/>
        </p:nvSpPr>
        <p:spPr>
          <a:xfrm>
            <a:off x="6477000" y="30765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затруднение</a:t>
            </a:r>
          </a:p>
        </p:txBody>
      </p:sp>
      <p:sp>
        <p:nvSpPr>
          <p:cNvPr id="8" name="result-card-body-2">
            <a:extLst>
              <a:ext uri="{FF2B5EF4-FFF2-40B4-BE49-F238E27FC236}">
                <a16:creationId xmlns:a16="http://schemas.microsoft.com/office/drawing/2014/main" id="{2EF3C285-12BE-4242-B3AB-25B35F4B9426}"/>
              </a:ext>
            </a:extLst>
          </p:cNvPr>
          <p:cNvSpPr>
            <a:spLocks noGrp="1"/>
          </p:cNvSpPr>
          <p:nvPr/>
        </p:nvSpPr>
        <p:spPr>
          <a:xfrm>
            <a:off x="6477000" y="343852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Область поиска по дате и хранилищу не сразу очевидна.</a:t>
            </a:r>
          </a:p>
        </p:txBody>
      </p:sp>
      <p:sp>
        <p:nvSpPr>
          <p:cNvPr id="9" name="result-card-3">
            <a:extLst>
              <a:ext uri="{FF2B5EF4-FFF2-40B4-BE49-F238E27FC236}">
                <a16:creationId xmlns:a16="http://schemas.microsoft.com/office/drawing/2014/main" id="{0A0DA97E-58FF-45DD-8DCC-2342F1068BB1}"/>
              </a:ext>
            </a:extLst>
          </p:cNvPr>
          <p:cNvSpPr>
            <a:spLocks noGrp="1"/>
          </p:cNvSpPr>
          <p:nvPr/>
        </p:nvSpPr>
        <p:spPr>
          <a:xfrm>
            <a:off x="6191250" y="448627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10" name="result-card-title-3">
            <a:extLst>
              <a:ext uri="{FF2B5EF4-FFF2-40B4-BE49-F238E27FC236}">
                <a16:creationId xmlns:a16="http://schemas.microsoft.com/office/drawing/2014/main" id="{FAAFB1C2-453D-4132-AA74-1EF363F002AD}"/>
              </a:ext>
            </a:extLst>
          </p:cNvPr>
          <p:cNvSpPr>
            <a:spLocks noGrp="1"/>
          </p:cNvSpPr>
          <p:nvPr/>
        </p:nvSpPr>
        <p:spPr>
          <a:xfrm>
            <a:off x="6477000" y="467677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хранилища</a:t>
            </a:r>
          </a:p>
        </p:txBody>
      </p:sp>
      <p:sp>
        <p:nvSpPr>
          <p:cNvPr id="11" name="result-card-body-3">
            <a:extLst>
              <a:ext uri="{FF2B5EF4-FFF2-40B4-BE49-F238E27FC236}">
                <a16:creationId xmlns:a16="http://schemas.microsoft.com/office/drawing/2014/main" id="{44861B23-9ED8-494F-9A4A-9DBFBE9E6C47}"/>
              </a:ext>
            </a:extLst>
          </p:cNvPr>
          <p:cNvSpPr>
            <a:spLocks noGrp="1"/>
          </p:cNvSpPr>
          <p:nvPr/>
        </p:nvSpPr>
        <p:spPr>
          <a:xfrm>
            <a:off x="6477000" y="503872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 и JSON-файлы обозначены в списке заметок.</a:t>
            </a:r>
          </a:p>
        </p:txBody>
      </p:sp>
      <p:sp>
        <p:nvSpPr>
          <p:cNvPr id="13" name="results-page">
            <a:extLst>
              <a:ext uri="{FF2B5EF4-FFF2-40B4-BE49-F238E27FC236}">
                <a16:creationId xmlns:a16="http://schemas.microsoft.com/office/drawing/2014/main" id="{04C97E21-9EFA-47EF-BB30-AC6539981E1E}"/>
              </a:ext>
            </a:extLst>
          </p:cNvPr>
          <p:cNvSpPr>
            <a:spLocks noGrp="1"/>
          </p:cNvSpPr>
          <p:nvPr/>
        </p:nvSpPr>
        <p:spPr>
          <a:xfrm>
            <a:off x="11287125" y="6210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1691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A24D1A6D-CEC2-4451-B8FA-84CD80A5941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5B878FBC-4DDE-41FE-A9EF-1156B6A39D9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улучшения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сокращают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риск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потери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D177C6B3-6F13-46CB-BDB9-EDA6AE6A44E4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D6A45FDB-2A9B-473A-9E2D-DACAEA47B1E5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26DB8A0B-32E0-4170-A7B2-93A9F27F6468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7225EC5A-8D87-4428-B4B6-D39B432251CF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9315E86D-AE73-4483-BC02-196055F3E41B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СРЕДНИЙ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4F9938CF-B214-4D90-B42D-A0989D5AE5EB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НИЗКИЙ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3DF909C4-E36F-48B5-A7E8-399A60307C63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Отмена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удаления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Показывать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сообщение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действием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«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Вернуть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».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меньше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случайно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потерянных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записей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957D533C-FE33-4941-8465-8980633C080F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Явные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фильтры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выбор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даты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типа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рядом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строкой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быстрее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находится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протокол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встречи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22E1AE56-4898-42C2-A8BF-811FA384489E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Резервная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копия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экспорт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необходимости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защищенную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синхронизацию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переносимость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6106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AE716C0E-CA8D-4054-8A42-1DA725AF128A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Прототип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готов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к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очному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тесту</a:t>
            </a:r>
            <a:endParaRPr sz="54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B8CD7CA7-E9F9-42E0-A338-2B558A85D9EA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 и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реализованы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Данные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хранятся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локально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 на 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3–5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реальных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пользовател</a:t>
            </a:r>
            <a:r>
              <a:rPr lang="ru-RU"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ях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8AED6CA2-9DC1-45B0-A12E-45238C6DBA74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</p:spTree>
    <p:extLst>
      <p:ext uri="{BB962C8B-B14F-4D97-AF65-F5344CB8AC3E}">
        <p14:creationId xmlns:p14="http://schemas.microsoft.com/office/powerpoint/2010/main" val="8217199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228</Words>
  <Application>Microsoft Office PowerPoint</Application>
  <DocSecurity>0</DocSecurity>
  <PresentationFormat>Широкоэкранный</PresentationFormat>
  <Paragraphs>39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2026-08-20T09:17:14Z</dcterms:created>
  <dcterms:modified xsi:type="dcterms:W3CDTF">2026-08-21T04:34:22Z</dcterms:modified>
</cp:coreProperties>
</file>